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90" r:id="rId13"/>
    <p:sldId id="286" r:id="rId14"/>
    <p:sldId id="287" r:id="rId15"/>
    <p:sldId id="288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19" autoAdjust="0"/>
  </p:normalViewPr>
  <p:slideViewPr>
    <p:cSldViewPr snapToGrid="0">
      <p:cViewPr>
        <p:scale>
          <a:sx n="75" d="100"/>
          <a:sy n="75" d="100"/>
        </p:scale>
        <p:origin x="2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1406092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/>
              <a:t>VIDYARTHI PROJECT BY ISHA VARDHAN 26BHI10025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VIT BHOPAL UNIVERSITY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900" b="1" dirty="0">
                <a:highlight>
                  <a:srgbClr val="000000"/>
                </a:highlight>
              </a:rPr>
              <a:t>HOTEL</a:t>
            </a:r>
            <a:br>
              <a:rPr lang="en-US" sz="4000" dirty="0"/>
            </a:br>
            <a:r>
              <a:rPr lang="en-US" sz="4000" dirty="0"/>
              <a:t> MANAGEMENT SYSTEM USING PYTHON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85000" lnSpcReduction="10000"/>
          </a:bodyPr>
          <a:lstStyle/>
          <a:p>
            <a:r>
              <a:rPr lang="en-IN" sz="2400" b="1" dirty="0"/>
              <a:t>HOTEL MANAGEMENT SYSTEM</a:t>
            </a:r>
            <a:br>
              <a:rPr lang="en-IN" sz="2400" dirty="0"/>
            </a:br>
            <a:r>
              <a:rPr lang="en-IN" sz="2400" dirty="0"/>
              <a:t>Python Programming Project</a:t>
            </a:r>
          </a:p>
          <a:p>
            <a:r>
              <a:rPr lang="en-IN" sz="2400" b="1" dirty="0"/>
              <a:t>Presented by:</a:t>
            </a:r>
            <a:r>
              <a:rPr lang="en-IN" sz="2400" dirty="0"/>
              <a:t> ISHA VARDHAN 26BHI10025. SCHOOL SCAI. BRANCH ;BTECH CSE IN HEALTH INFORMATICS</a:t>
            </a:r>
            <a:br>
              <a:rPr lang="en-IN" sz="2400" dirty="0"/>
            </a:br>
            <a:r>
              <a:rPr lang="en-IN" sz="2400" b="1" dirty="0"/>
              <a:t>Project:</a:t>
            </a:r>
            <a:r>
              <a:rPr lang="en-IN" sz="2400" dirty="0"/>
              <a:t> Hotel Management System</a:t>
            </a:r>
            <a:br>
              <a:rPr lang="en-IN" sz="2400" dirty="0"/>
            </a:br>
            <a:r>
              <a:rPr lang="en-IN" sz="2400" b="1" dirty="0"/>
              <a:t>Language:</a:t>
            </a:r>
            <a:r>
              <a:rPr lang="en-IN" sz="2400" dirty="0"/>
              <a:t> Python</a:t>
            </a:r>
          </a:p>
          <a:p>
            <a:r>
              <a:rPr lang="en-IN" sz="2400" dirty="0"/>
              <a:t>PYTHON COURSE CODE:- CSE1021</a:t>
            </a:r>
          </a:p>
          <a:p>
            <a:pPr marL="36900" lv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71339-0584-67F1-4995-FE89DB8C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</a:t>
            </a:r>
            <a:r>
              <a:rPr lang="en-IN" b="1" dirty="0"/>
              <a:t>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506A4-3025-A958-8BEF-C8E81383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9418"/>
            <a:ext cx="10353762" cy="4211781"/>
          </a:xfrm>
        </p:spPr>
        <p:txBody>
          <a:bodyPr/>
          <a:lstStyle/>
          <a:p>
            <a:pPr marL="36900" indent="0">
              <a:buNone/>
            </a:pPr>
            <a:r>
              <a:rPr lang="en-US" dirty="0"/>
              <a:t>1. View All Rooms</a:t>
            </a:r>
          </a:p>
          <a:p>
            <a:pPr marL="36900" indent="0">
              <a:buNone/>
            </a:pPr>
            <a:r>
              <a:rPr lang="en-US" dirty="0"/>
              <a:t>2. Check Available Rooms Only</a:t>
            </a:r>
          </a:p>
          <a:p>
            <a:pPr marL="36900" indent="0">
              <a:buNone/>
            </a:pPr>
            <a:r>
              <a:rPr lang="en-US" dirty="0"/>
              <a:t>3. Book a Room</a:t>
            </a:r>
          </a:p>
          <a:p>
            <a:pPr marL="36900" indent="0">
              <a:buNone/>
            </a:pPr>
            <a:r>
              <a:rPr lang="en-US" dirty="0"/>
              <a:t>4. Checkout &amp; Billing</a:t>
            </a:r>
          </a:p>
          <a:p>
            <a:pPr marL="36900" indent="0">
              <a:buNone/>
            </a:pPr>
            <a:r>
              <a:rPr lang="en-US" dirty="0"/>
              <a:t>5. Exit</a:t>
            </a:r>
            <a:endParaRPr lang="en-IN" dirty="0"/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916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994E5-A1CC-B998-1540-031E8D1A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 SEE THE LOGIC BEHIND THE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967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BE30A7-7191-FFF0-C9E7-8586FB6E71D8}"/>
              </a:ext>
            </a:extLst>
          </p:cNvPr>
          <p:cNvSpPr txBox="1"/>
          <p:nvPr/>
        </p:nvSpPr>
        <p:spPr>
          <a:xfrm>
            <a:off x="862445" y="852055"/>
            <a:ext cx="11045537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1. Data Structure (rooms Dictionary)</a:t>
            </a:r>
          </a:p>
          <a:p>
            <a:pPr lvl="0"/>
            <a:r>
              <a:rPr lang="en-IN" sz="2000" b="1" dirty="0"/>
              <a:t>Concept</a:t>
            </a:r>
            <a:r>
              <a:rPr lang="en-IN" sz="2000" dirty="0"/>
              <a:t>: The hotel database uses a Python </a:t>
            </a:r>
            <a:r>
              <a:rPr lang="en-IN" sz="2000" b="1" dirty="0"/>
              <a:t>Dictionary</a:t>
            </a:r>
            <a:r>
              <a:rPr lang="en-IN" sz="2000" dirty="0"/>
              <a:t> where key-value pairs link room numbers to their details.</a:t>
            </a:r>
          </a:p>
          <a:p>
            <a:pPr lvl="0"/>
            <a:r>
              <a:rPr lang="en-IN" sz="2000" b="1" dirty="0"/>
              <a:t>Format</a:t>
            </a:r>
            <a:r>
              <a:rPr lang="en-IN" sz="2000" dirty="0"/>
              <a:t>: Room Number -&gt; [Room Type, Per Day Price, Max Capacity, Status / Booking Info]</a:t>
            </a:r>
          </a:p>
          <a:p>
            <a:pPr lvl="0"/>
            <a:r>
              <a:rPr lang="en-IN" sz="2000" b="1" dirty="0"/>
              <a:t>Dynamic Slot</a:t>
            </a:r>
            <a:r>
              <a:rPr lang="en-IN" sz="2000" dirty="0"/>
              <a:t>: Index [3] holds "Available" by default. Upon booking, it is replaced with a </a:t>
            </a:r>
            <a:r>
              <a:rPr lang="en-IN" sz="2000" b="1" dirty="0"/>
              <a:t>nested dictionary</a:t>
            </a:r>
            <a:r>
              <a:rPr lang="en-IN" sz="2000" dirty="0"/>
              <a:t> containing guest details: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2. Room Inventory Display (</a:t>
            </a:r>
            <a:r>
              <a:rPr lang="en-IN" sz="2000" b="1" dirty="0" err="1"/>
              <a:t>view_all_rooms</a:t>
            </a:r>
            <a:r>
              <a:rPr lang="en-IN" sz="2000" b="1" dirty="0"/>
              <a:t>)</a:t>
            </a:r>
          </a:p>
          <a:p>
            <a:pPr lvl="0"/>
            <a:r>
              <a:rPr lang="en-IN" sz="2000" b="1" dirty="0"/>
              <a:t>Iteration</a:t>
            </a:r>
            <a:r>
              <a:rPr lang="en-IN" sz="2000" dirty="0"/>
              <a:t>: Uses a for loop with .items() to traverse every room number and list in the dictionary.</a:t>
            </a:r>
          </a:p>
          <a:p>
            <a:pPr lvl="0"/>
            <a:r>
              <a:rPr lang="en-IN" sz="2000" b="1" dirty="0"/>
              <a:t>Variable Unpacking</a:t>
            </a:r>
            <a:r>
              <a:rPr lang="en-IN" sz="2000" dirty="0"/>
              <a:t>: Unpacks values into readable variables (</a:t>
            </a:r>
            <a:r>
              <a:rPr lang="en-IN" sz="2000" dirty="0" err="1"/>
              <a:t>room_type</a:t>
            </a:r>
            <a:r>
              <a:rPr lang="en-IN" sz="2000" dirty="0"/>
              <a:t>, price, capacity, availability) for clean code structure.</a:t>
            </a:r>
          </a:p>
          <a:p>
            <a:pPr lvl="0"/>
            <a:r>
              <a:rPr lang="en-IN" sz="2000" b="1" dirty="0"/>
              <a:t>Conditional Logic</a:t>
            </a:r>
            <a:r>
              <a:rPr lang="en-IN" sz="2000" dirty="0"/>
              <a:t>: Uses an if/else block:</a:t>
            </a:r>
          </a:p>
          <a:p>
            <a:pPr lvl="1"/>
            <a:r>
              <a:rPr lang="en-IN" sz="2000" dirty="0"/>
              <a:t>If availability == "Available", it displays the room as free.</a:t>
            </a:r>
          </a:p>
          <a:p>
            <a:pPr lvl="1"/>
            <a:r>
              <a:rPr lang="en-IN" sz="2000" dirty="0"/>
              <a:t>Otherwise, it accesses availability["name"] from the nested dictionary to show who currently occupies the room</a:t>
            </a:r>
          </a:p>
          <a:p>
            <a:pPr lvl="0"/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755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BB0DBF-0797-9917-BF1D-75D9F8413F15}"/>
              </a:ext>
            </a:extLst>
          </p:cNvPr>
          <p:cNvSpPr txBox="1"/>
          <p:nvPr/>
        </p:nvSpPr>
        <p:spPr>
          <a:xfrm>
            <a:off x="397806" y="592281"/>
            <a:ext cx="1165565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3. Availability Filter (</a:t>
            </a:r>
            <a:r>
              <a:rPr lang="en-IN" sz="2400" b="1" dirty="0" err="1"/>
              <a:t>check_availability</a:t>
            </a:r>
            <a:r>
              <a:rPr lang="en-IN" sz="2400" b="1" dirty="0"/>
              <a:t>)</a:t>
            </a:r>
          </a:p>
          <a:p>
            <a:pPr lvl="0"/>
            <a:r>
              <a:rPr lang="en-IN" sz="2400" b="1" dirty="0"/>
              <a:t>Counter Pattern</a:t>
            </a:r>
            <a:r>
              <a:rPr lang="en-IN" sz="2400" dirty="0"/>
              <a:t>: Initializes a tracking variable (count = 0).</a:t>
            </a:r>
          </a:p>
          <a:p>
            <a:pPr lvl="0"/>
            <a:r>
              <a:rPr lang="en-IN" sz="2400" b="1" dirty="0"/>
              <a:t>Filtering Loop</a:t>
            </a:r>
            <a:r>
              <a:rPr lang="en-IN" sz="2400" dirty="0"/>
              <a:t>: Loops through the dictionary and checks index [3] of each room.</a:t>
            </a:r>
          </a:p>
          <a:p>
            <a:pPr lvl="0"/>
            <a:r>
              <a:rPr lang="en-IN" sz="2400" b="1" dirty="0"/>
              <a:t>Logic</a:t>
            </a:r>
            <a:r>
              <a:rPr lang="en-IN" sz="2400" dirty="0"/>
              <a:t>: If info[3] == "Available", it prints the room details and increments count += 1.</a:t>
            </a:r>
          </a:p>
          <a:p>
            <a:pPr lvl="0"/>
            <a:r>
              <a:rPr lang="en-IN" sz="2400" b="1" dirty="0"/>
              <a:t>Zero-Check</a:t>
            </a:r>
            <a:r>
              <a:rPr lang="en-IN" sz="2400" dirty="0"/>
              <a:t>: After completing the loop, an if count == 0: condition alerts the user if all rooms are fully booked</a:t>
            </a:r>
          </a:p>
          <a:p>
            <a:pPr lvl="0"/>
            <a:endParaRPr lang="en-IN" sz="2400" dirty="0"/>
          </a:p>
          <a:p>
            <a:r>
              <a:rPr lang="en-IN" sz="2400" b="1" dirty="0"/>
              <a:t>4.Booking &amp; Validation (</a:t>
            </a:r>
            <a:r>
              <a:rPr lang="en-IN" sz="2400" b="1" dirty="0" err="1"/>
              <a:t>book_room</a:t>
            </a:r>
            <a:r>
              <a:rPr lang="en-IN" sz="2400" b="1" dirty="0"/>
              <a:t>)</a:t>
            </a:r>
          </a:p>
          <a:p>
            <a:pPr lvl="0"/>
            <a:r>
              <a:rPr lang="en-IN" sz="2400" b="1" dirty="0"/>
              <a:t>Existence Check</a:t>
            </a:r>
            <a:r>
              <a:rPr lang="en-IN" sz="2400" dirty="0"/>
              <a:t>: Verifies if </a:t>
            </a:r>
            <a:r>
              <a:rPr lang="en-IN" sz="2400" dirty="0" err="1"/>
              <a:t>room_no</a:t>
            </a:r>
            <a:r>
              <a:rPr lang="en-IN" sz="2400" dirty="0"/>
              <a:t> in rooms to ensure the room exists.</a:t>
            </a:r>
          </a:p>
          <a:p>
            <a:pPr lvl="0"/>
            <a:r>
              <a:rPr lang="en-IN" sz="2400" b="1" dirty="0"/>
              <a:t>Availability Guard</a:t>
            </a:r>
            <a:r>
              <a:rPr lang="en-IN" sz="2400" dirty="0"/>
              <a:t>: Ensures rooms[</a:t>
            </a:r>
            <a:r>
              <a:rPr lang="en-IN" sz="2400" dirty="0" err="1"/>
              <a:t>room_no</a:t>
            </a:r>
            <a:r>
              <a:rPr lang="en-IN" sz="2400" dirty="0"/>
              <a:t>][3] == "Available" to prevent overwriting existing bookings.</a:t>
            </a:r>
          </a:p>
          <a:p>
            <a:pPr lvl="0"/>
            <a:r>
              <a:rPr lang="en-IN" sz="2400" b="1" dirty="0"/>
              <a:t>Capacity Validation</a:t>
            </a:r>
            <a:r>
              <a:rPr lang="en-IN" sz="2400" dirty="0"/>
              <a:t>: Compares user input </a:t>
            </a:r>
            <a:r>
              <a:rPr lang="en-IN" sz="2400" dirty="0" err="1"/>
              <a:t>guest_count</a:t>
            </a:r>
            <a:r>
              <a:rPr lang="en-IN" sz="2400" dirty="0"/>
              <a:t> against rooms[</a:t>
            </a:r>
            <a:r>
              <a:rPr lang="en-IN" sz="2400" dirty="0" err="1"/>
              <a:t>room_no</a:t>
            </a:r>
            <a:r>
              <a:rPr lang="en-IN" sz="2400" dirty="0"/>
              <a:t>][2]. If </a:t>
            </a:r>
            <a:r>
              <a:rPr lang="en-IN" sz="2400" dirty="0" err="1"/>
              <a:t>guest_count</a:t>
            </a:r>
            <a:r>
              <a:rPr lang="en-IN" sz="2400" dirty="0"/>
              <a:t> &gt; </a:t>
            </a:r>
            <a:r>
              <a:rPr lang="en-IN" sz="2400" dirty="0" err="1"/>
              <a:t>max_capacity</a:t>
            </a:r>
            <a:r>
              <a:rPr lang="en-IN" sz="2400" dirty="0"/>
              <a:t>, the booking is blocked.</a:t>
            </a:r>
          </a:p>
          <a:p>
            <a:pPr lvl="0"/>
            <a:r>
              <a:rPr lang="en-IN" sz="2400" b="1" dirty="0"/>
              <a:t>Duration Check</a:t>
            </a:r>
            <a:r>
              <a:rPr lang="en-IN" sz="2400" dirty="0"/>
              <a:t>: Confirms that stay days are greater than 0.</a:t>
            </a:r>
          </a:p>
          <a:p>
            <a:pPr lvl="0"/>
            <a:r>
              <a:rPr lang="en-IN" sz="2400" b="1" dirty="0"/>
              <a:t>Error Handling</a:t>
            </a:r>
            <a:r>
              <a:rPr lang="en-IN" sz="2400" dirty="0"/>
              <a:t>: Uses try/except </a:t>
            </a:r>
            <a:r>
              <a:rPr lang="en-IN" sz="2400" dirty="0" err="1"/>
              <a:t>ValueError</a:t>
            </a:r>
            <a:r>
              <a:rPr lang="en-IN" sz="2400" dirty="0"/>
              <a:t> blocks to catch invalid non-numeric inputs without crashing the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307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F7272AC-64CE-AE3E-5CCC-AE6D21DDE39F}"/>
                  </a:ext>
                </a:extLst>
              </p:cNvPr>
              <p:cNvSpPr txBox="1"/>
              <p:nvPr/>
            </p:nvSpPr>
            <p:spPr>
              <a:xfrm>
                <a:off x="633845" y="446809"/>
                <a:ext cx="10558083" cy="26161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5. Checkout &amp; Bill Calculation (</a:t>
                </a:r>
                <a:r>
                  <a:rPr lang="en-IN" b="1" dirty="0" err="1"/>
                  <a:t>checkout_and_billing</a:t>
                </a:r>
                <a:r>
                  <a:rPr lang="en-IN" b="1" dirty="0"/>
                  <a:t>)</a:t>
                </a:r>
              </a:p>
              <a:p>
                <a:endParaRPr lang="en-IN" b="1" dirty="0"/>
              </a:p>
              <a:p>
                <a:pPr lvl="0"/>
                <a:r>
                  <a:rPr lang="en-IN" b="1" dirty="0"/>
                  <a:t>Active Booking Verification</a:t>
                </a:r>
                <a:r>
                  <a:rPr lang="en-IN" dirty="0"/>
                  <a:t>: Ensures the requested room is currently occupied before attempting checkout.</a:t>
                </a:r>
              </a:p>
              <a:p>
                <a:pPr lvl="0"/>
                <a:r>
                  <a:rPr lang="en-IN" b="1" dirty="0"/>
                  <a:t>Math Logic</a:t>
                </a:r>
                <a:r>
                  <a:rPr lang="en-IN" dirty="0"/>
                  <a:t>: Retrieves the price per day and stay duration from memory and calculates the final cost:</a:t>
                </a:r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i="0" smtClean="0">
                          <a:latin typeface="Cambria Math" panose="02040503050406030204" pitchFamily="18" charset="0"/>
                        </a:rPr>
                        <m:t>Total Bill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i="0">
                          <a:latin typeface="Cambria Math" panose="02040503050406030204" pitchFamily="18" charset="0"/>
                        </a:rPr>
                        <m:t>Price Per Day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IN" i="0">
                          <a:latin typeface="Cambria Math" panose="02040503050406030204" pitchFamily="18" charset="0"/>
                        </a:rPr>
                        <m:t>Days Stayed</m:t>
                      </m:r>
                    </m:oMath>
                  </m:oMathPara>
                </a14:m>
                <a:endParaRPr lang="en-IN" dirty="0"/>
              </a:p>
              <a:p>
                <a:pPr lvl="0"/>
                <a:r>
                  <a:rPr lang="en-IN" b="1" dirty="0"/>
                  <a:t>Status Reset</a:t>
                </a:r>
                <a:r>
                  <a:rPr lang="en-IN" dirty="0"/>
                  <a:t>: Overwrites index [3] back to "Available", making the room immediately available for future bookings.</a:t>
                </a:r>
              </a:p>
              <a:p>
                <a:pPr lvl="0"/>
                <a:r>
                  <a:rPr lang="en-IN" sz="2000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F7272AC-64CE-AE3E-5CCC-AE6D21DDE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45" y="446809"/>
                <a:ext cx="10558083" cy="2616101"/>
              </a:xfrm>
              <a:prstGeom prst="rect">
                <a:avLst/>
              </a:prstGeom>
              <a:blipFill>
                <a:blip r:embed="rId2"/>
                <a:stretch>
                  <a:fillRect l="-635" t="-9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913A4B1-5E04-7F4C-C111-152339AC2DDE}"/>
              </a:ext>
            </a:extLst>
          </p:cNvPr>
          <p:cNvSpPr txBox="1"/>
          <p:nvPr/>
        </p:nvSpPr>
        <p:spPr>
          <a:xfrm>
            <a:off x="768927" y="3470564"/>
            <a:ext cx="11673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GIVEN BELOW THE  FLOW CONTROL OF MY PROJECT</a:t>
            </a:r>
            <a:endParaRPr lang="en-IN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62163-DE38-EBC4-F9C2-C2A8EC154312}"/>
              </a:ext>
            </a:extLst>
          </p:cNvPr>
          <p:cNvSpPr txBox="1"/>
          <p:nvPr/>
        </p:nvSpPr>
        <p:spPr>
          <a:xfrm>
            <a:off x="1797627" y="4810991"/>
            <a:ext cx="10446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 HAVE USED HANDMADE LOOP CONTROL FROM MS WORD TO SHOW THE AUTHRNTICITY OF</a:t>
            </a:r>
          </a:p>
          <a:p>
            <a:r>
              <a:rPr lang="en-US" dirty="0"/>
              <a:t>THE PROJECT)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665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CFF714-3BA5-7C2E-CF3E-308BA3FE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06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AB0F4-2CA2-6ED3-A5CC-6066DDE8E732}"/>
              </a:ext>
            </a:extLst>
          </p:cNvPr>
          <p:cNvSpPr txBox="1"/>
          <p:nvPr/>
        </p:nvSpPr>
        <p:spPr>
          <a:xfrm>
            <a:off x="406400" y="975360"/>
            <a:ext cx="9133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UPCOMING PPT ARE OUTPUT THAT I GOT AFYER RUNNING MY CODE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2FCD5-CD3C-64E2-A504-28FB79AC179E}"/>
              </a:ext>
            </a:extLst>
          </p:cNvPr>
          <p:cNvSpPr txBox="1"/>
          <p:nvPr/>
        </p:nvSpPr>
        <p:spPr>
          <a:xfrm>
            <a:off x="975360" y="1981200"/>
            <a:ext cx="91333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C:\Users\ASUS\Documents\VIDYARTHI PROJECT ISHA26BHI10025&gt; &amp; C:\Users\ASUS\AppData\Local\Python\pythoncore-3.14-64\python.exe "c:/Users/ASUS/Documents/VIDYARTHI PROJECT ISHA26BHI10025/HOTEL MANAGEMENT.PY"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B3BB2-967E-DDDE-4962-5B87C9E171D8}"/>
              </a:ext>
            </a:extLst>
          </p:cNvPr>
          <p:cNvSpPr txBox="1"/>
          <p:nvPr/>
        </p:nvSpPr>
        <p:spPr>
          <a:xfrm>
            <a:off x="1615440" y="1666240"/>
            <a:ext cx="62492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TERMINAL ADDRESS DISCRIPTION TESTED ON VS CODE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481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ABC94-E8DB-84E1-3507-08E2BFA2117E}"/>
              </a:ext>
            </a:extLst>
          </p:cNvPr>
          <p:cNvSpPr txBox="1"/>
          <p:nvPr/>
        </p:nvSpPr>
        <p:spPr>
          <a:xfrm>
            <a:off x="436418" y="311727"/>
            <a:ext cx="5322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OUTPUT I GOT AFTER RUNNING MY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9666F-D8CC-D362-7A21-E87BF3663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19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4DA966-A81E-EF32-DD81-1103EB34B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25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6034D7-092F-DF6C-5747-26915A935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08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B506F3-30BB-A26A-EE95-0F6C5779ED79}"/>
              </a:ext>
            </a:extLst>
          </p:cNvPr>
          <p:cNvSpPr txBox="1"/>
          <p:nvPr/>
        </p:nvSpPr>
        <p:spPr>
          <a:xfrm flipH="1">
            <a:off x="1246033" y="1747520"/>
            <a:ext cx="1255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THANK </a:t>
            </a:r>
          </a:p>
          <a:p>
            <a:endParaRPr lang="en-US" sz="3200" dirty="0"/>
          </a:p>
          <a:p>
            <a:r>
              <a:rPr lang="en-US" sz="3200" dirty="0"/>
              <a:t>YOU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4BE3D-08E8-57F3-AD58-5E540A910979}"/>
              </a:ext>
            </a:extLst>
          </p:cNvPr>
          <p:cNvSpPr txBox="1"/>
          <p:nvPr/>
        </p:nvSpPr>
        <p:spPr>
          <a:xfrm>
            <a:off x="3383280" y="904240"/>
            <a:ext cx="1055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REPORT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501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{0908FEC6-B29E-4287-B7D8-730A1BFA6A9D}TFe742eee6-54b3-45e8-a03d-f3d997f9b6caf6c338c2_win32-3734725ae7e2</Template>
  <TotalTime>108</TotalTime>
  <Words>642</Words>
  <Application>Microsoft Office PowerPoint</Application>
  <PresentationFormat>Widescreen</PresentationFormat>
  <Paragraphs>59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Cambria Math</vt:lpstr>
      <vt:lpstr>Goudy Old Style</vt:lpstr>
      <vt:lpstr>Wingdings 2</vt:lpstr>
      <vt:lpstr>SlateVTI</vt:lpstr>
      <vt:lpstr>VIDYARTHI PROJECT BY ISHA VARDHAN 26BHI10025</vt:lpstr>
      <vt:lpstr>HOTEL  MANAGEMENT SYSTEM USING PYTHON</vt:lpstr>
      <vt:lpstr>FEATURES</vt:lpstr>
      <vt:lpstr>LET SEE THE LOGIC BEHIND THE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 Vardhan</dc:creator>
  <cp:lastModifiedBy>Isha Vardhan</cp:lastModifiedBy>
  <cp:revision>1</cp:revision>
  <dcterms:created xsi:type="dcterms:W3CDTF">2026-09-27T09:17:45Z</dcterms:created>
  <dcterms:modified xsi:type="dcterms:W3CDTF">2026-09-27T11:06:32Z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